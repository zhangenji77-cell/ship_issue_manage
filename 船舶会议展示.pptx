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船舶周报：开拓者号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📅 汇报日期：2026-02-02   👤 管理人：张三</a:t>
            </a:r>
          </a:p>
          <a:p>
            <a:br/>
            <a:pPr>
              <a:defRPr b="1"/>
            </a:pPr>
            <a:r>
              <a:t>⬅️ 上一周问题回溯：</a:t>
            </a:r>
          </a:p>
          <a:p>
            <a:pPr>
              <a:defRPr sz="1600"/>
            </a:pPr>
            <a:r>
              <a:t>无历史记录</a:t>
            </a:r>
          </a:p>
          <a:p>
            <a:br/>
            <a:pPr>
              <a:defRPr b="1"/>
            </a:pPr>
            <a:r>
              <a:t>🔔 本周船舶问题：</a:t>
            </a:r>
          </a:p>
          <a:p>
            <a:pPr>
              <a:defRPr sz="2000">
                <a:solidFill>
                  <a:srgbClr val="FF0000"/>
                </a:solidFill>
              </a:defRPr>
            </a:pPr>
            <a:r>
              <a:t>主机报废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船舶周报：胜利女神号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📅 汇报日期：2026-02-02   👤 管理人：李四</a:t>
            </a:r>
          </a:p>
          <a:p>
            <a:br/>
            <a:pPr>
              <a:defRPr b="1"/>
            </a:pPr>
            <a:r>
              <a:t>⬅️ 上一周问题回溯：</a:t>
            </a:r>
          </a:p>
          <a:p>
            <a:pPr>
              <a:defRPr sz="1600"/>
            </a:pPr>
            <a:r>
              <a:t>无历史记录</a:t>
            </a:r>
          </a:p>
          <a:p>
            <a:br/>
            <a:pPr>
              <a:defRPr b="1"/>
            </a:pPr>
            <a:r>
              <a:t>🔔 本周船舶问题：</a:t>
            </a:r>
          </a:p>
          <a:p>
            <a:pPr>
              <a:defRPr sz="2000">
                <a:solidFill>
                  <a:srgbClr val="FF0000"/>
                </a:solidFill>
              </a:defRPr>
            </a:pPr>
            <a:r>
              <a:t>救生艇报废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